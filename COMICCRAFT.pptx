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Amatic SC"/>
      <p:regular r:id="rId21"/>
      <p:bold r:id="rId22"/>
    </p:embeddedFont>
    <p:embeddedFont>
      <p:font typeface="Source Code Pr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maticSC-bold.fntdata"/><Relationship Id="rId21" Type="http://schemas.openxmlformats.org/officeDocument/2006/relationships/font" Target="fonts/AmaticSC-regular.fntdata"/><Relationship Id="rId24" Type="http://schemas.openxmlformats.org/officeDocument/2006/relationships/font" Target="fonts/SourceCodePro-bold.fntdata"/><Relationship Id="rId23" Type="http://schemas.openxmlformats.org/officeDocument/2006/relationships/font" Target="fonts/SourceCode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CodePro-boldItalic.fntdata"/><Relationship Id="rId25" Type="http://schemas.openxmlformats.org/officeDocument/2006/relationships/font" Target="fonts/SourceCode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f45d92173f9ca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f45d92173f9ca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f45d92173f9ca3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f45d92173f9ca3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f45d92173f9ca3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f45d92173f9ca3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f45d92173f9ca3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f45d92173f9ca3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f45d92173f9ca3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f45d92173f9ca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f45d92173f9ca3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f45d92173f9ca3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f45d92173f9ca3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f45d92173f9ca3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f45d92173f9ca3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f45d92173f9ca3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f45d92173f9ca3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f45d92173f9ca3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f45d92173f9ca3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f45d92173f9ca3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f45d92173f9ca3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f45d92173f9ca3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f45d92173f9ca3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f45d92173f9ca3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f45d92173f9ca3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f45d92173f9ca3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f45d92173f9ca3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f45d92173f9ca3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COMICCRAFT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AI-Assisted Comic Creation SmartBridge-Generative AI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Review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ComicCraft is a Generative AI-based we application.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It </a:t>
            </a:r>
            <a:r>
              <a:rPr lang="en-GB" sz="2200"/>
              <a:t>transforms</a:t>
            </a:r>
            <a:r>
              <a:rPr lang="en-GB" sz="2200"/>
              <a:t> a user’s story idea and </a:t>
            </a:r>
            <a:r>
              <a:rPr lang="en-GB" sz="2200"/>
              <a:t>character</a:t>
            </a:r>
            <a:r>
              <a:rPr lang="en-GB" sz="2200"/>
              <a:t> details into a structure comic-style story.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project focuses on AI-assisted storytelling and comic creation.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PROLEM STATEMENT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Creating a comic manually can take signifaction time and effort.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Beginners</a:t>
            </a:r>
            <a:r>
              <a:rPr lang="en-GB" sz="2200"/>
              <a:t> may find it difficult to structure stories, scenes and dialouge.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ComicCraft aims to </a:t>
            </a:r>
            <a:r>
              <a:rPr lang="en-GB" sz="2200"/>
              <a:t>simplifies the comic-creation process with AI assistance.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PROPOSED SOLUTION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User </a:t>
            </a:r>
            <a:r>
              <a:rPr lang="en-GB" sz="2200"/>
              <a:t>enters</a:t>
            </a:r>
            <a:r>
              <a:rPr lang="en-GB" sz="2200"/>
              <a:t> a story idea and character details.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AI processes the input and generates structured story content.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output is organized into scenes and dialouges for comic creation.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Story idea input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Character input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Genre / story-style selection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AI-generated title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AI-generated </a:t>
            </a:r>
            <a:r>
              <a:rPr lang="en-GB" sz="2200"/>
              <a:t>scenes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AI-generated dialouges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Comic </a:t>
            </a:r>
            <a:r>
              <a:rPr lang="en-GB" sz="2200"/>
              <a:t>result</a:t>
            </a:r>
            <a:r>
              <a:rPr lang="en-GB" sz="2200"/>
              <a:t> display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Reset / New Comic option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WORKFLOW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72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2400"/>
              <a:t>User</a:t>
            </a:r>
            <a:endParaRPr sz="24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2400"/>
              <a:t>↓</a:t>
            </a:r>
            <a:endParaRPr sz="24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2400"/>
              <a:t>Web Interface</a:t>
            </a:r>
            <a:endParaRPr sz="24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2400"/>
              <a:t>↓</a:t>
            </a:r>
            <a:endParaRPr sz="24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2400"/>
              <a:t>User Input</a:t>
            </a:r>
            <a:endParaRPr sz="24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2400"/>
              <a:t>↓</a:t>
            </a:r>
            <a:endParaRPr sz="24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2400"/>
              <a:t>ComicCraft Application</a:t>
            </a:r>
            <a:endParaRPr sz="24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2400"/>
              <a:t>↓</a:t>
            </a:r>
            <a:endParaRPr sz="24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2400"/>
              <a:t>Gemini AI</a:t>
            </a:r>
            <a:endParaRPr sz="24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2400"/>
              <a:t>↓</a:t>
            </a:r>
            <a:endParaRPr sz="24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2400"/>
              <a:t>Generated Story Content</a:t>
            </a:r>
            <a:endParaRPr sz="24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2400"/>
              <a:t>↓</a:t>
            </a:r>
            <a:endParaRPr sz="24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2400"/>
              <a:t>Comic Output</a:t>
            </a:r>
            <a:endParaRPr sz="24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TECHNOLOGIES / TOOLS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Generative AI / Google Gemini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Web interface technologies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Git &amp; Github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Ai-assisted content generation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Local development and </a:t>
            </a:r>
            <a:r>
              <a:rPr lang="en-GB" sz="2200"/>
              <a:t>testing</a:t>
            </a:r>
            <a:r>
              <a:rPr lang="en-GB" sz="2200"/>
              <a:t> 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DEVELOPMENT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Requirement</a:t>
            </a:r>
            <a:r>
              <a:rPr lang="en-GB" sz="2200"/>
              <a:t> analysis completed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Project design and planning prepared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ComicCraft  prototype developed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Comic panels and project </a:t>
            </a:r>
            <a:r>
              <a:rPr lang="en-GB" sz="2200"/>
              <a:t>documentation</a:t>
            </a:r>
            <a:r>
              <a:rPr lang="en-GB" sz="2200"/>
              <a:t> prepared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Project organized into 8 SmartBridge phase folders  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Project files </a:t>
            </a:r>
            <a:r>
              <a:rPr lang="en-GB" sz="2200"/>
              <a:t>checked</a:t>
            </a:r>
            <a:r>
              <a:rPr lang="en-GB" sz="2200"/>
              <a:t>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Documentation checked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Comic panels output checked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Final output checked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Github repository checked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Test documentation prepared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STRUCTURED 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01_Brainstroming_and_Ideation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02_Requirement_Anaysis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03_Project_Design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04_Project_Planning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05_Project_Development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06_Project_Testing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07_Proejct_ Documentation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08_Project_Demo_and_Sumission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 WORK DIVISION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402450" y="1295950"/>
            <a:ext cx="8520600" cy="9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Member 1 – Introduction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- Project Overview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- Problem Statement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Member 2 – Solution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- Proposed Solution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- Key Features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Member 3 – Technology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- System Workflow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- Technologies / Tools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Member 4 – Development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- Project Development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- Testing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- Project Structure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Member 5 – Final Presentation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- Project Outcome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- Future Enhancements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- Conclusion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OUTCOME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Ai-assisted comic </a:t>
            </a:r>
            <a:r>
              <a:rPr lang="en-GB" sz="2200"/>
              <a:t>creation</a:t>
            </a:r>
            <a:r>
              <a:rPr lang="en-GB" sz="2200"/>
              <a:t> prototype developed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Story ideas transformed into structured comic content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Comic panels and final output prepared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Complete project documentation created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Project uploaded and organized in github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SmartBridge project structure completed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ENHANCEMENTS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Download the completed </a:t>
            </a:r>
            <a:r>
              <a:rPr lang="en-GB" sz="2200"/>
              <a:t>comic</a:t>
            </a:r>
            <a:r>
              <a:rPr lang="en-GB" sz="2200"/>
              <a:t>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Regenerate or edit generated stories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Add more story styles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Character image generation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Advanced comic panel layouts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Dark / light mode </a:t>
            </a: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ComicCraft shows how generative AI can support comic storytelling.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It helps structure story scenes and dialouges with less manual </a:t>
            </a:r>
            <a:r>
              <a:rPr lang="en-GB" sz="2200"/>
              <a:t>effort.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project provides a foundation for future AI-powered comic creation.</a:t>
            </a:r>
            <a:endParaRPr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 YOU!!!</a:t>
            </a:r>
            <a:endParaRPr/>
          </a:p>
        </p:txBody>
      </p:sp>
      <p:sp>
        <p:nvSpPr>
          <p:cNvPr id="141" name="Google Shape;141;p27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COMICCRAFT-AI-ASSISTED COMIC CREATIO</a:t>
            </a:r>
            <a:r>
              <a:rPr lang="en-GB"/>
              <a:t>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